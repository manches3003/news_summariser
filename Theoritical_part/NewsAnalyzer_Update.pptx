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381000" dist="50800" dir="2700000">
              <a:srgbClr val="7B2FBE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  <a:effectLst>
            <a:outerShdw sx="100000" sy="100000" kx="0" ky="0" algn="bl" rotWithShape="0" blurRad="254000" dist="50800" dir="2700000">
              <a:srgbClr val="00C6FF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ANALYZER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Progress Update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·  Keshav Kansara &amp; Joemon Johnson  ·  SRH University Leipzig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1E3A4A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74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347472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1E3A4A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3474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347472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1E3A4A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3474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347472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1E3A4A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474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BUILT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Serverless News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1A2635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08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Browser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47088" y="2057400"/>
            <a:ext cx="411480" cy="0"/>
          </a:xfrm>
          <a:prstGeom prst="line">
            <a:avLst/>
          </a:prstGeom>
          <a:noFill/>
          <a:ln w="12700">
            <a:solidFill>
              <a:srgbClr val="00C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14630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1A2635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508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2011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 API)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84448" y="2057400"/>
            <a:ext cx="411480" cy="0"/>
          </a:xfrm>
          <a:prstGeom prst="line">
            <a:avLst/>
          </a:prstGeom>
          <a:noFill/>
          <a:ln w="12700">
            <a:solidFill>
              <a:srgbClr val="00C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14630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1A2635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508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49040" y="2011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 3.12)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21808" y="2057400"/>
            <a:ext cx="411480" cy="0"/>
          </a:xfrm>
          <a:prstGeom prst="line">
            <a:avLst/>
          </a:prstGeom>
          <a:noFill/>
          <a:ln w="12700">
            <a:solidFill>
              <a:srgbClr val="00C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4630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1A2635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1508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0" y="2011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 Key)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59168" y="2057400"/>
            <a:ext cx="411480" cy="0"/>
          </a:xfrm>
          <a:prstGeom prst="line">
            <a:avLst/>
          </a:prstGeom>
          <a:noFill/>
          <a:ln w="12700">
            <a:solidFill>
              <a:srgbClr val="00C6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14630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1A2635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1508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2011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(Articles)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1A2635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Provisioned With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34290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— all infrastructure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code, no manual clicks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46120" y="292608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1A2635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External API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34290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 free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req/day, top headlines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292608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1A2635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Auth &amp; Security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34290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LabRole for Lambda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stored in Secrets Manager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Verified 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A263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deployed via Terraform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70992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under LabRole · Python 3.12 · Auto-packaged zip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0" y="1554480"/>
            <a:ext cx="320040" cy="320040"/>
          </a:xfrm>
          <a:prstGeom prst="ellipse">
            <a:avLst/>
          </a:prstGeom>
          <a:solidFill>
            <a:srgbClr val="1A4A2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A263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176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live endpoint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4231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/news returns real articles over public HTTPS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2267712"/>
            <a:ext cx="320040" cy="320040"/>
          </a:xfrm>
          <a:prstGeom prst="ellipse">
            <a:avLst/>
          </a:prstGeom>
          <a:solidFill>
            <a:srgbClr val="1A4A2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267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43784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A263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28895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integration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13639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 key read at runtime — never hard-coded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0" y="2980944"/>
            <a:ext cx="320040" cy="320040"/>
          </a:xfrm>
          <a:prstGeom prst="ellipse">
            <a:avLst/>
          </a:prstGeom>
          <a:solidFill>
            <a:srgbClr val="1A4A2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29809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557016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A263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1560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 call working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384962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top 5 US headlines per invocation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0" y="3694176"/>
            <a:ext cx="320040" cy="320040"/>
          </a:xfrm>
          <a:prstGeom prst="ellipse">
            <a:avLst/>
          </a:prstGeom>
          <a:solidFill>
            <a:srgbClr val="1A4A2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36941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270248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A263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51560" y="4315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persistence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456285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article saved with UUID, title, source, timestamp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0" y="4407408"/>
            <a:ext cx="320040" cy="320040"/>
          </a:xfrm>
          <a:prstGeom prst="ellipse">
            <a:avLst/>
          </a:prstGeom>
          <a:solidFill>
            <a:srgbClr val="1A4A2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4407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  &amp;  RISK WATCH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&amp; Risk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1A2635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Still To Build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993392"/>
            <a:ext cx="164592" cy="16459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38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webpage (HTML/JS)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505456"/>
            <a:ext cx="164592" cy="16459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505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news in browser UI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017520"/>
            <a:ext cx="164592" cy="16459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9626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if API is down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529584"/>
            <a:ext cx="164592" cy="16459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scheduled fetch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64592" cy="16459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9867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alerts &amp; monitoring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2A1A0A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Risk #1 — Credentials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Lab tokens expire every session. Forgetting to refresh before terraform apply breaks everything.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0A1F2A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Risk #2 — API Limit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611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 free tier caps at 100 requests/day. Heavy testing could hit the limit before demo day.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2026-07-14T22:31:33Z</dcterms:created>
  <dcterms:modified xsi:type="dcterms:W3CDTF">2026-07-14T22:31:33Z</dcterms:modified>
</cp:coreProperties>
</file>